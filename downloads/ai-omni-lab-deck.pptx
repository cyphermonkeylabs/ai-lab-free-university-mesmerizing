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AI omni-channel learning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is an independent, free, learning-only student project. It respects every company and vendor, and every trademark belongs to its owner. It is not affiliated with or endorsed by any of them. If anyone has a concern, the content will be removed or corrected promptly via the contact page. Nothing here is sold. The author is happy to volunteer.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Programming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Files, HTTP, JSON, and a notebook you can re-run. No model call is required to start.</a:t>
            </a:r>
          </a:p>
          <a:p>
            <a:r>
              <a:t>How this learning lab works</a:t>
            </a:r>
          </a:p>
          <a:p>
            <a:r>
              <a:t>Programs, files, and a notebook</a:t>
            </a:r>
          </a:p>
          <a:p>
            <a:r>
              <a:t>Python values and functions</a:t>
            </a:r>
          </a:p>
          <a:p>
            <a:r>
              <a:t>HTTP and JSON</a:t>
            </a:r>
          </a:p>
          <a:p>
            <a:r>
              <a:t>Secrets stay out of the file</a:t>
            </a:r>
          </a:p>
          <a:p>
            <a:r>
              <a:t>Tests and a small 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How models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Tokens, context, sampling, and why a fluent sentence can still be false.</a:t>
            </a:r>
          </a:p>
          <a:p>
            <a:r>
              <a:t>Tokens, not words</a:t>
            </a:r>
          </a:p>
          <a:p>
            <a:r>
              <a:t>Next-token prediction</a:t>
            </a:r>
          </a:p>
          <a:p>
            <a:r>
              <a:t>Context windows</a:t>
            </a:r>
          </a:p>
          <a:p>
            <a:r>
              <a:t>Sampling</a:t>
            </a:r>
          </a:p>
          <a:p>
            <a:r>
              <a:t>Hallucination</a:t>
            </a:r>
          </a:p>
          <a:p>
            <a:r>
              <a:t>Model cards and 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Prompting and evals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job, a shape, and a test. Change one thing and keep the score.</a:t>
            </a:r>
          </a:p>
          <a:p>
            <a:r>
              <a:t>A job, a shape, and a test</a:t>
            </a:r>
          </a:p>
          <a:p>
            <a:r>
              <a:t>Messages</a:t>
            </a:r>
          </a:p>
          <a:p>
            <a:r>
              <a:t>Schemas</a:t>
            </a:r>
          </a:p>
          <a:p>
            <a:r>
              <a:t>A golden set</a:t>
            </a:r>
          </a:p>
          <a:p>
            <a:r>
              <a:t>Latency and a toy budget</a:t>
            </a:r>
          </a:p>
          <a:p>
            <a:r>
              <a:t>Prompt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Find a passage, then answer from it. Measure whether the passage was found.</a:t>
            </a:r>
          </a:p>
          <a:p>
            <a:r>
              <a:t>Why retrieve</a:t>
            </a:r>
          </a:p>
          <a:p>
            <a:r>
              <a:t>Chunks</a:t>
            </a:r>
          </a:p>
          <a:p>
            <a:r>
              <a:t>Embeddings</a:t>
            </a:r>
          </a:p>
          <a:p>
            <a:r>
              <a:t>Retrieve, then read</a:t>
            </a:r>
          </a:p>
          <a:p>
            <a:r>
              <a:t>Cite or refuse</a:t>
            </a:r>
          </a:p>
          <a:p>
            <a:r>
              <a:t>Failure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loop that may call a tool, with a schema, a step cap, and a trace.</a:t>
            </a:r>
          </a:p>
          <a:p>
            <a:r>
              <a:t>An agent is a loop</a:t>
            </a:r>
          </a:p>
          <a:p>
            <a:r>
              <a:t>Tools and schemas</a:t>
            </a:r>
          </a:p>
          <a:p>
            <a:r>
              <a:t>Step caps and traces</a:t>
            </a:r>
          </a:p>
          <a:p>
            <a:r>
              <a:t>Human approval</a:t>
            </a:r>
          </a:p>
          <a:p>
            <a:r>
              <a:t>ReAct, at learning depth</a:t>
            </a:r>
          </a:p>
          <a:p>
            <a:r>
              <a:t>When not to use an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Model Context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way for a host to talk to tool servers. Confirm the current specification before you build.</a:t>
            </a:r>
          </a:p>
          <a:p>
            <a:r>
              <a:t>The problem MCP names</a:t>
            </a:r>
          </a:p>
          <a:p>
            <a:r>
              <a:t>Host, client, and server</a:t>
            </a:r>
          </a:p>
          <a:p>
            <a:r>
              <a:t>Tools, resources, and prompts</a:t>
            </a:r>
          </a:p>
          <a:p>
            <a:r>
              <a:t>Transports</a:t>
            </a:r>
          </a:p>
          <a:p>
            <a:r>
              <a:t>Consent and roots</a:t>
            </a:r>
          </a:p>
          <a:p>
            <a:r>
              <a:t>A notes server on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Voice and omni-channel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One learning model of voice, chat, and messaging, with a handoff to a person. Not a deployment claim.</a:t>
            </a:r>
          </a:p>
          <a:p>
            <a:r>
              <a:t>Omni-channel, for a learner</a:t>
            </a:r>
          </a:p>
          <a:p>
            <a:r>
              <a:t>The voice loop</a:t>
            </a:r>
          </a:p>
          <a:p>
            <a:r>
              <a:t>A latency budget you label as a lesson</a:t>
            </a:r>
          </a:p>
          <a:p>
            <a:r>
              <a:t>Chat and messaging beside voice</a:t>
            </a:r>
          </a:p>
          <a:p>
            <a:r>
              <a:t>Handoff to a person</a:t>
            </a:r>
          </a:p>
          <a:p>
            <a:r>
              <a:t>What this lab will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F172A"/>
                </a:solidFill>
              </a:rPr>
              <a:t>Compute, cloud, and a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What a GPU cluster is for, how a cloud API differs, and a small grounded assistant you can actually finish.</a:t>
            </a:r>
          </a:p>
          <a:p>
            <a:r>
              <a:t>One GPU, then a cluster</a:t>
            </a:r>
          </a:p>
          <a:p>
            <a:r>
              <a:t>Colossus as a public story</a:t>
            </a:r>
          </a:p>
          <a:p>
            <a:r>
              <a:t>Cloud endpoints</a:t>
            </a:r>
          </a:p>
          <a:p>
            <a:r>
              <a:t>Logs, regions, and data you may use</a:t>
            </a:r>
          </a:p>
          <a:p>
            <a:r>
              <a:t>A one-page policy</a:t>
            </a:r>
          </a:p>
          <a:p>
            <a:r>
              <a:t>Capstone and certifications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Learning-only student project. Nothing sold. https://linktr.ee/cypherMonkey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