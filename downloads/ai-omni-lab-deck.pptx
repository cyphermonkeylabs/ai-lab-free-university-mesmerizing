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omni-channel learning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an independent, free, learning-only student project. It respects every company and vendor, and every trademark belongs to its owner. It is not affiliated with or endorsed by any of them. If anyone has a concern, the content will be removed or corrected promptly via the contact page. Nothing here is sold. The author is happy to volunteer.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Programming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Files, HTTP, JSON, and a notebook you can re-run. No model call is required to start.</a:t>
            </a:r>
          </a:p>
          <a:p>
            <a:r>
              <a:t>How this learning lab works</a:t>
            </a:r>
          </a:p>
          <a:p>
            <a:r>
              <a:t>Programs, files, and a notebook</a:t>
            </a:r>
          </a:p>
          <a:p>
            <a:r>
              <a:t>Python values and functions</a:t>
            </a:r>
          </a:p>
          <a:p>
            <a:r>
              <a:t>HTTP and JSON</a:t>
            </a:r>
          </a:p>
          <a:p>
            <a:r>
              <a:t>Secrets stay out of the file</a:t>
            </a:r>
          </a:p>
          <a:p>
            <a:r>
              <a:t>Tests and a small eval</a:t>
            </a:r>
          </a:p>
          <a:p>
            <a:r>
              <a:t>Sources and go deeper</a:t>
            </a:r>
          </a:p>
          <a:p>
            <a:r>
              <a:t>NIST AI Risk Management Framework (spec)</a:t>
            </a:r>
          </a:p>
          <a:p>
            <a:r>
              <a:t>last checked 2026-10</a:t>
            </a:r>
          </a:p>
          <a:p>
            <a:r>
              <a:t>https://www.nist.gov/itl/ai-risk-management-framework</a:t>
            </a:r>
          </a:p>
          <a:p>
            <a:r>
              <a:t>W3C, Web Content Accessibility Guidelines 2.2 (spec)</a:t>
            </a:r>
          </a:p>
          <a:p>
            <a:r>
              <a:t>last checked 2026-10</a:t>
            </a:r>
          </a:p>
          <a:p>
            <a:r>
              <a:t>https://www.w3.org/TR/WCAG22/</a:t>
            </a:r>
          </a:p>
          <a:p>
            <a:r>
              <a:t>Web accessibility — Wikipedia (wikipedia)</a:t>
            </a:r>
          </a:p>
          <a:p>
            <a:r>
              <a:t>last checked 2026-10</a:t>
            </a:r>
          </a:p>
          <a:p>
            <a:r>
              <a:t>https://en.wikipedia.org/wiki/Web_accessibility</a:t>
            </a:r>
          </a:p>
          <a:p>
            <a:r>
              <a:t>Python 3 tutorial (vendor)</a:t>
            </a:r>
          </a:p>
          <a:p>
            <a:r>
              <a:t>last checked 2026-10</a:t>
            </a:r>
          </a:p>
          <a:p>
            <a:r>
              <a:t>https://docs.python.org/3/tutorial/</a:t>
            </a:r>
          </a:p>
          <a:p>
            <a:r>
              <a:t>Python.org community (community)</a:t>
            </a:r>
          </a:p>
          <a:p>
            <a:r>
              <a:t>last checked 2026-10</a:t>
            </a:r>
          </a:p>
          <a:p>
            <a:r>
              <a:t>https://www.python.org/community/</a:t>
            </a:r>
          </a:p>
          <a:p>
            <a:r>
              <a:t>Git reference (vendor)</a:t>
            </a:r>
          </a:p>
          <a:p>
            <a:r>
              <a:t>last checked 2026-10</a:t>
            </a:r>
          </a:p>
          <a:p>
            <a:r>
              <a:t>https://git-scm.com/docs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How models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Tokens, context, sampling, and why a fluent sentence can still be false.</a:t>
            </a:r>
          </a:p>
          <a:p>
            <a:r>
              <a:t>Tokens, not words</a:t>
            </a:r>
          </a:p>
          <a:p>
            <a:r>
              <a:t>Next-token prediction</a:t>
            </a:r>
          </a:p>
          <a:p>
            <a:r>
              <a:t>Context windows</a:t>
            </a:r>
          </a:p>
          <a:p>
            <a:r>
              <a:t>Sampling</a:t>
            </a:r>
          </a:p>
          <a:p>
            <a:r>
              <a:t>Hallucination</a:t>
            </a:r>
          </a:p>
          <a:p>
            <a:r>
              <a:t>Model cards and ids</a:t>
            </a:r>
          </a:p>
          <a:p>
            <a:r>
              <a:t>Sources and go deeper</a:t>
            </a:r>
          </a:p>
          <a:p>
            <a:r>
              <a:t>Vaswani and co-authors, Attention Is All You Need, 2017 (paper)</a:t>
            </a:r>
          </a:p>
          <a:p>
            <a:r>
              <a:t>last checked 2026-10</a:t>
            </a:r>
          </a:p>
          <a:p>
            <a:r>
              <a:t>https://arxiv.org/abs/1706.03762</a:t>
            </a:r>
          </a:p>
          <a:p>
            <a:r>
              <a:t>Brown and co-authors, Language Models are Few-Shot Learners, 2020 (paper)</a:t>
            </a:r>
          </a:p>
          <a:p>
            <a:r>
              <a:t>last checked 2026-10</a:t>
            </a:r>
          </a:p>
          <a:p>
            <a:r>
              <a:t>https://arxiv.org/abs/2005.14165</a:t>
            </a:r>
          </a:p>
          <a:p>
            <a:r>
              <a:t>Attention Is All You Need — Wikipedia (wikipedia)</a:t>
            </a:r>
          </a:p>
          <a:p>
            <a:r>
              <a:t>last checked 2026-10</a:t>
            </a:r>
          </a:p>
          <a:p>
            <a:r>
              <a:t>https://en.wikipedia.org/wiki/Attention_Is_All_You_Need</a:t>
            </a:r>
          </a:p>
          <a:p>
            <a:r>
              <a:t>Large language model — Wikipedia (wikipedia)</a:t>
            </a:r>
          </a:p>
          <a:p>
            <a:r>
              <a:t>last checked 2026-10</a:t>
            </a:r>
          </a:p>
          <a:p>
            <a:r>
              <a:t>https://en.wikipedia.org/wiki/Large_language_model</a:t>
            </a:r>
          </a:p>
          <a:p>
            <a:r>
              <a:t>NIST AI Risk Management Framework (spec)</a:t>
            </a:r>
          </a:p>
          <a:p>
            <a:r>
              <a:t>last checked 2026-10</a:t>
            </a:r>
          </a:p>
          <a:p>
            <a:r>
              <a:t>https://www.nist.gov/itl/ai-risk-management-framework</a:t>
            </a:r>
          </a:p>
          <a:p>
            <a:r>
              <a:t>OWASP Top 10 for Large Language Model Applications (community)</a:t>
            </a:r>
          </a:p>
          <a:p>
            <a:r>
              <a:t>last checked 2026-10</a:t>
            </a:r>
          </a:p>
          <a:p>
            <a:r>
              <a:t>https://owasp.org/projects/top-10-for-large-language-model-applications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Prompting and 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job, a shape, and a test. Change one thing and keep the score.</a:t>
            </a:r>
          </a:p>
          <a:p>
            <a:r>
              <a:t>A job, a shape, and a test</a:t>
            </a:r>
          </a:p>
          <a:p>
            <a:r>
              <a:t>Messages</a:t>
            </a:r>
          </a:p>
          <a:p>
            <a:r>
              <a:t>Schemas</a:t>
            </a:r>
          </a:p>
          <a:p>
            <a:r>
              <a:t>A golden set</a:t>
            </a:r>
          </a:p>
          <a:p>
            <a:r>
              <a:t>Latency and a toy budget</a:t>
            </a:r>
          </a:p>
          <a:p>
            <a:r>
              <a:t>Prompt diff</a:t>
            </a:r>
          </a:p>
          <a:p>
            <a:r>
              <a:t>Sources and go deeper</a:t>
            </a:r>
          </a:p>
          <a:p>
            <a:r>
              <a:t>Brown and co-authors, Language Models are Few-Shot Learners, 2020 (paper)</a:t>
            </a:r>
          </a:p>
          <a:p>
            <a:r>
              <a:t>last checked 2026-10</a:t>
            </a:r>
          </a:p>
          <a:p>
            <a:r>
              <a:t>https://arxiv.org/abs/2005.14165</a:t>
            </a:r>
          </a:p>
          <a:p>
            <a:r>
              <a:t>Prompt engineering — Wikipedia (wikipedia)</a:t>
            </a:r>
          </a:p>
          <a:p>
            <a:r>
              <a:t>last checked 2026-10</a:t>
            </a:r>
          </a:p>
          <a:p>
            <a:r>
              <a:t>https://en.wikipedia.org/wiki/Prompt_engineering</a:t>
            </a:r>
          </a:p>
          <a:p>
            <a:r>
              <a:t>Anthropic, Building effective agents (vendor)</a:t>
            </a:r>
          </a:p>
          <a:p>
            <a:r>
              <a:t>last checked 2026-10</a:t>
            </a:r>
          </a:p>
          <a:p>
            <a:r>
              <a:t>https://www.anthropic.com/engineering/building-effective-agents</a:t>
            </a:r>
          </a:p>
          <a:p>
            <a:r>
              <a:t>Amazon Bedrock overview (vendor)</a:t>
            </a:r>
          </a:p>
          <a:p>
            <a:r>
              <a:t>last checked 2026-10</a:t>
            </a:r>
          </a:p>
          <a:p>
            <a:r>
              <a:t>https://docs.aws.amazon.com/bedrock/latest/userguide/what-is-bedrock.html</a:t>
            </a:r>
          </a:p>
          <a:p>
            <a:r>
              <a:t>RFC 8259, The JSON Data Interchange Format (spec)</a:t>
            </a:r>
          </a:p>
          <a:p>
            <a:r>
              <a:t>last checked 2026-10</a:t>
            </a:r>
          </a:p>
          <a:p>
            <a:r>
              <a:t>https://www.rfc-editor.org/rfc/rfc8259</a:t>
            </a:r>
          </a:p>
          <a:p>
            <a:r>
              <a:t>OWASP Top 10 for Large Language Model Applications (community)</a:t>
            </a:r>
          </a:p>
          <a:p>
            <a:r>
              <a:t>last checked 2026-10</a:t>
            </a:r>
          </a:p>
          <a:p>
            <a:r>
              <a:t>https://owasp.org/projects/top-10-for-large-language-model-applications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Find a passage, then answer from it. Measure whether the passage was found.</a:t>
            </a:r>
          </a:p>
          <a:p>
            <a:r>
              <a:t>Why retrieve</a:t>
            </a:r>
          </a:p>
          <a:p>
            <a:r>
              <a:t>Chunks</a:t>
            </a:r>
          </a:p>
          <a:p>
            <a:r>
              <a:t>Embeddings</a:t>
            </a:r>
          </a:p>
          <a:p>
            <a:r>
              <a:t>Retrieve, then read</a:t>
            </a:r>
          </a:p>
          <a:p>
            <a:r>
              <a:t>Cite or refuse</a:t>
            </a:r>
          </a:p>
          <a:p>
            <a:r>
              <a:t>Failure modes</a:t>
            </a:r>
          </a:p>
          <a:p>
            <a:r>
              <a:t>Sources and go deeper</a:t>
            </a:r>
          </a:p>
          <a:p>
            <a:r>
              <a:t>Lewis and co-authors, Retrieval-Augmented Generation for Knowledge-Intensive NLP Tasks, 2020 (paper)</a:t>
            </a:r>
          </a:p>
          <a:p>
            <a:r>
              <a:t>last checked 2026-10</a:t>
            </a:r>
          </a:p>
          <a:p>
            <a:r>
              <a:t>https://arxiv.org/abs/2005.11401</a:t>
            </a:r>
          </a:p>
          <a:p>
            <a:r>
              <a:t>Retrieval-augmented generation — Wikipedia (wikipedia)</a:t>
            </a:r>
          </a:p>
          <a:p>
            <a:r>
              <a:t>last checked 2026-10</a:t>
            </a:r>
          </a:p>
          <a:p>
            <a:r>
              <a:t>https://en.wikipedia.org/wiki/Retrieval-augmented_generation</a:t>
            </a:r>
          </a:p>
          <a:p>
            <a:r>
              <a:t>Karpukhin and co-authors, Dense Passage Retrieval for Open-Domain Question Answering, 2020 (paper)</a:t>
            </a:r>
          </a:p>
          <a:p>
            <a:r>
              <a:t>last checked 2026-10</a:t>
            </a:r>
          </a:p>
          <a:p>
            <a:r>
              <a:t>https://arxiv.org/abs/2004.04906</a:t>
            </a:r>
          </a:p>
          <a:p>
            <a:r>
              <a:t>Word embedding — Wikipedia (wikipedia)</a:t>
            </a:r>
          </a:p>
          <a:p>
            <a:r>
              <a:t>last checked 2026-10</a:t>
            </a:r>
          </a:p>
          <a:p>
            <a:r>
              <a:t>https://en.wikipedia.org/wiki/Word_embedding</a:t>
            </a:r>
          </a:p>
          <a:p>
            <a:r>
              <a:t>OWASP Top 10 for Large Language Model Applications (community)</a:t>
            </a:r>
          </a:p>
          <a:p>
            <a:r>
              <a:t>last checked 2026-10</a:t>
            </a:r>
          </a:p>
          <a:p>
            <a:r>
              <a:t>https://owasp.org/projects/top-10-for-large-language-model-applications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loop that may call a tool, with a schema, a step cap, and a trace.</a:t>
            </a:r>
          </a:p>
          <a:p>
            <a:r>
              <a:t>An agent is a loop</a:t>
            </a:r>
          </a:p>
          <a:p>
            <a:r>
              <a:t>Tools and schemas</a:t>
            </a:r>
          </a:p>
          <a:p>
            <a:r>
              <a:t>Step caps and traces</a:t>
            </a:r>
          </a:p>
          <a:p>
            <a:r>
              <a:t>Human approval</a:t>
            </a:r>
          </a:p>
          <a:p>
            <a:r>
              <a:t>ReAct, at learning depth</a:t>
            </a:r>
          </a:p>
          <a:p>
            <a:r>
              <a:t>When not to use an agent</a:t>
            </a:r>
          </a:p>
          <a:p>
            <a:r>
              <a:t>Sources and go deeper</a:t>
            </a:r>
          </a:p>
          <a:p>
            <a:r>
              <a:t>Anthropic, Building effective agents (vendor)</a:t>
            </a:r>
          </a:p>
          <a:p>
            <a:r>
              <a:t>last checked 2026-10</a:t>
            </a:r>
          </a:p>
          <a:p>
            <a:r>
              <a:t>https://www.anthropic.com/engineering/building-effective-agents</a:t>
            </a:r>
          </a:p>
          <a:p>
            <a:r>
              <a:t>Yao and co-authors, ReAct: Synergizing Reasoning and Acting in Language Models, 2022 (paper)</a:t>
            </a:r>
          </a:p>
          <a:p>
            <a:r>
              <a:t>last checked 2026-10</a:t>
            </a:r>
          </a:p>
          <a:p>
            <a:r>
              <a:t>https://arxiv.org/abs/2210.03629</a:t>
            </a:r>
          </a:p>
          <a:p>
            <a:r>
              <a:t>Large language model — Wikipedia (wikipedia)</a:t>
            </a:r>
          </a:p>
          <a:p>
            <a:r>
              <a:t>last checked 2026-10</a:t>
            </a:r>
          </a:p>
          <a:p>
            <a:r>
              <a:t>https://en.wikipedia.org/wiki/Large_language_model</a:t>
            </a:r>
          </a:p>
          <a:p>
            <a:r>
              <a:t>Schick and co-authors, Toolformer: Language Models Can Teach Themselves to Use Tools, 2023 (paper)</a:t>
            </a:r>
          </a:p>
          <a:p>
            <a:r>
              <a:t>last checked 2026-10</a:t>
            </a:r>
          </a:p>
          <a:p>
            <a:r>
              <a:t>https://arxiv.org/abs/2302.04761</a:t>
            </a:r>
          </a:p>
          <a:p>
            <a:r>
              <a:t>NIST AI Risk Management Framework (spec)</a:t>
            </a:r>
          </a:p>
          <a:p>
            <a:r>
              <a:t>last checked 2026-10</a:t>
            </a:r>
          </a:p>
          <a:p>
            <a:r>
              <a:t>https://www.nist.gov/itl/ai-risk-management-framework</a:t>
            </a:r>
          </a:p>
          <a:p>
            <a:r>
              <a:t>OWASP Top 10 for Large Language Model Applications (community)</a:t>
            </a:r>
          </a:p>
          <a:p>
            <a:r>
              <a:t>last checked 2026-10</a:t>
            </a:r>
          </a:p>
          <a:p>
            <a:r>
              <a:t>https://owasp.org/projects/top-10-for-large-language-model-applications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way for a host to talk to tool servers. Confirm the current specification before you build.</a:t>
            </a:r>
          </a:p>
          <a:p>
            <a:r>
              <a:t>The problem MCP names</a:t>
            </a:r>
          </a:p>
          <a:p>
            <a:r>
              <a:t>Host, client, and server</a:t>
            </a:r>
          </a:p>
          <a:p>
            <a:r>
              <a:t>Tools, resources, and prompts</a:t>
            </a:r>
          </a:p>
          <a:p>
            <a:r>
              <a:t>Transports</a:t>
            </a:r>
          </a:p>
          <a:p>
            <a:r>
              <a:t>Consent and roots</a:t>
            </a:r>
          </a:p>
          <a:p>
            <a:r>
              <a:t>A notes server on paper</a:t>
            </a:r>
          </a:p>
          <a:p>
            <a:r>
              <a:t>Sources and go deeper</a:t>
            </a:r>
          </a:p>
          <a:p>
            <a:r>
              <a:t>Model Context Protocol specification, 2025-06-18 (spec)</a:t>
            </a:r>
          </a:p>
          <a:p>
            <a:r>
              <a:t>last checked 2026-10</a:t>
            </a:r>
          </a:p>
          <a:p>
            <a:r>
              <a:t>https://modelcontextprotocol.io/specification/2025-06-18</a:t>
            </a:r>
          </a:p>
          <a:p>
            <a:r>
              <a:t>What is the Model Context Protocol (MCP)? (spec)</a:t>
            </a:r>
          </a:p>
          <a:p>
            <a:r>
              <a:t>last checked 2026-10</a:t>
            </a:r>
          </a:p>
          <a:p>
            <a:r>
              <a:t>https://modelcontextprotocol.io/docs/2026-07-28/getting-started/intro</a:t>
            </a:r>
          </a:p>
          <a:p>
            <a:r>
              <a:t>Model Context Protocol organization on GitHub (community)</a:t>
            </a:r>
          </a:p>
          <a:p>
            <a:r>
              <a:t>last checked 2026-10</a:t>
            </a:r>
          </a:p>
          <a:p>
            <a:r>
              <a:t>https://github.com/modelcontextprotocol</a:t>
            </a:r>
          </a:p>
          <a:p>
            <a:r>
              <a:t>Model Context Protocol — Wikipedia (wikipedia)</a:t>
            </a:r>
          </a:p>
          <a:p>
            <a:r>
              <a:t>last checked 2026-10</a:t>
            </a:r>
          </a:p>
          <a:p>
            <a:r>
              <a:t>https://en.wikipedia.org/wiki/Model_Context_Protocol</a:t>
            </a:r>
          </a:p>
          <a:p>
            <a:r>
              <a:t>RFC 9110, HTTP Semantics (spec)</a:t>
            </a:r>
          </a:p>
          <a:p>
            <a:r>
              <a:t>last checked 2026-10</a:t>
            </a:r>
          </a:p>
          <a:p>
            <a:r>
              <a:t>https://www.rfc-editor.org/rfc/rfc9110</a:t>
            </a:r>
          </a:p>
          <a:p>
            <a:r>
              <a:t>HTTP — Wikipedia (wikipedia)</a:t>
            </a:r>
          </a:p>
          <a:p>
            <a:r>
              <a:t>last checked 2026-10</a:t>
            </a:r>
          </a:p>
          <a:p>
            <a:r>
              <a:t>https://en.wikipedia.org/wiki/HTTP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Voice and omni-channel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learning model of voice, chat, and messaging, with a handoff to a person. Not a deployment claim.</a:t>
            </a:r>
          </a:p>
          <a:p>
            <a:r>
              <a:t>Omni-channel, for a learner</a:t>
            </a:r>
          </a:p>
          <a:p>
            <a:r>
              <a:t>The voice loop</a:t>
            </a:r>
          </a:p>
          <a:p>
            <a:r>
              <a:t>A latency budget you label as a lesson</a:t>
            </a:r>
          </a:p>
          <a:p>
            <a:r>
              <a:t>Chat and messaging beside voice</a:t>
            </a:r>
          </a:p>
          <a:p>
            <a:r>
              <a:t>Handoff to a person</a:t>
            </a:r>
          </a:p>
          <a:p>
            <a:r>
              <a:t>What this lab will not claim</a:t>
            </a:r>
          </a:p>
          <a:p>
            <a:r>
              <a:t>Sources and go deeper</a:t>
            </a:r>
          </a:p>
          <a:p>
            <a:r>
              <a:t>NIST AI Risk Management Framework (spec)</a:t>
            </a:r>
          </a:p>
          <a:p>
            <a:r>
              <a:t>last checked 2026-10</a:t>
            </a:r>
          </a:p>
          <a:p>
            <a:r>
              <a:t>https://www.nist.gov/itl/ai-risk-management-framework</a:t>
            </a:r>
          </a:p>
          <a:p>
            <a:r>
              <a:t>Large language model — Wikipedia (wikipedia)</a:t>
            </a:r>
          </a:p>
          <a:p>
            <a:r>
              <a:t>last checked 2026-10</a:t>
            </a:r>
          </a:p>
          <a:p>
            <a:r>
              <a:t>https://en.wikipedia.org/wiki/Large_language_model</a:t>
            </a:r>
          </a:p>
          <a:p>
            <a:r>
              <a:t>MDN Web Docs, Web Speech API (community)</a:t>
            </a:r>
          </a:p>
          <a:p>
            <a:r>
              <a:t>last checked 2026-10</a:t>
            </a:r>
          </a:p>
          <a:p>
            <a:r>
              <a:t>https://developer.mozilla.org/en-US/docs/Web/API/Web_Speech_API</a:t>
            </a:r>
          </a:p>
          <a:p>
            <a:r>
              <a:t>Web Speech API community draft (community)</a:t>
            </a:r>
          </a:p>
          <a:p>
            <a:r>
              <a:t>last checked 2026-10</a:t>
            </a:r>
          </a:p>
          <a:p>
            <a:r>
              <a:t>https://webaudio.github.io/web-speech-api/</a:t>
            </a:r>
          </a:p>
          <a:p>
            <a:r>
              <a:t>W3C /TR/speech-api/ (spec) confirm</a:t>
            </a:r>
          </a:p>
          <a:p>
            <a:r>
              <a:t>This URL returned 404 on 2026-10. The community draft above is the page that opened.</a:t>
            </a:r>
          </a:p>
          <a:p>
            <a:r>
              <a:t>last checked 2026-10</a:t>
            </a:r>
          </a:p>
          <a:p>
            <a:r>
              <a:t>Speech synthesis — Wikipedia (wikipedia)</a:t>
            </a:r>
          </a:p>
          <a:p>
            <a:r>
              <a:t>last checked 2026-10</a:t>
            </a:r>
          </a:p>
          <a:p>
            <a:r>
              <a:t>https://en.wikipedia.org/wiki/Speech_synthesis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F172A"/>
                </a:solidFill>
              </a:rPr>
              <a:t>Compute, cloud, and a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a GPU cluster is for, how a cloud API differs, and a small grounded assistant you can actually finish.</a:t>
            </a:r>
          </a:p>
          <a:p>
            <a:r>
              <a:t>One GPU, then a cluster</a:t>
            </a:r>
          </a:p>
          <a:p>
            <a:r>
              <a:t>Colossus as a public story</a:t>
            </a:r>
          </a:p>
          <a:p>
            <a:r>
              <a:t>Cloud endpoints</a:t>
            </a:r>
          </a:p>
          <a:p>
            <a:r>
              <a:t>Logs, regions, and data you may use</a:t>
            </a:r>
          </a:p>
          <a:p>
            <a:r>
              <a:t>A one-page policy</a:t>
            </a:r>
          </a:p>
          <a:p>
            <a:r>
              <a:t>Capstone and certifications</a:t>
            </a:r>
          </a:p>
          <a:p>
            <a:r>
              <a:t>Sources and go deeper</a:t>
            </a:r>
          </a:p>
          <a:p>
            <a:r>
              <a:t>NVIDIA H100 GPU product page. Confirm any number before quoting it. (vendor)</a:t>
            </a:r>
          </a:p>
          <a:p>
            <a:r>
              <a:t>last checked 2026-10</a:t>
            </a:r>
          </a:p>
          <a:p>
            <a:r>
              <a:t>https://www.nvidia.com/en-us/data-center/h100/</a:t>
            </a:r>
          </a:p>
          <a:p>
            <a:r>
              <a:t>Graphics processing unit — Wikipedia (wikipedia)</a:t>
            </a:r>
          </a:p>
          <a:p>
            <a:r>
              <a:t>last checked 2026-10</a:t>
            </a:r>
          </a:p>
          <a:p>
            <a:r>
              <a:t>https://en.wikipedia.org/wiki/Graphics_processing_unit</a:t>
            </a:r>
          </a:p>
          <a:p>
            <a:r>
              <a:t>Hopper (microarchitecture) — Wikipedia (wikipedia)</a:t>
            </a:r>
          </a:p>
          <a:p>
            <a:r>
              <a:t>The H100 title redirects to the Hopper page.</a:t>
            </a:r>
          </a:p>
          <a:p>
            <a:r>
              <a:t>last checked 2026-10</a:t>
            </a:r>
          </a:p>
          <a:p>
            <a:r>
              <a:t>https://en.wikipedia.org/wiki/Nvidia_H100</a:t>
            </a:r>
          </a:p>
          <a:p>
            <a:r>
              <a:t>xAI public site (vendor) confirm</a:t>
            </a:r>
          </a:p>
          <a:p>
            <a:r>
              <a:t>The site root returned 403 on 2026-10.</a:t>
            </a:r>
          </a:p>
          <a:p>
            <a:r>
              <a:t>last checked 2026-10</a:t>
            </a:r>
          </a:p>
          <a:p>
            <a:r>
              <a:t>Colossus supercomputer page on the xAI site (vendor) confirm</a:t>
            </a:r>
          </a:p>
          <a:p>
            <a:r>
              <a:t>This URL returned 403 on 2026-10, so it is not linked.</a:t>
            </a:r>
          </a:p>
          <a:p>
            <a:r>
              <a:t>last checked 2026-10</a:t>
            </a:r>
          </a:p>
          <a:p>
            <a:r>
              <a:t>Amazon Bedrock overview (vendor)</a:t>
            </a:r>
          </a:p>
          <a:p>
            <a:r>
              <a:t>last checked 2026-10</a:t>
            </a:r>
          </a:p>
          <a:p>
            <a:r>
              <a:t>https://docs.aws.amazon.com/bedrock/latest/userguide/what-is-bedrock.html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Learning-only student project. Nothing sold. https://linktr.ee/cypherMonkey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